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FD60B-8E73-47A2-B9E9-FF0BE35CAA03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F5D9E-E426-48A1-B179-629FAB1DAA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CLI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iyangZhou/CoOp" TargetMode="External"/><Relationship Id="rId2" Type="http://schemas.openxmlformats.org/officeDocument/2006/relationships/hyperlink" Target="https://arxiv.org/pdf/2109.01134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79926" y="1978429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机器学习大作业</a:t>
            </a:r>
          </a:p>
        </p:txBody>
      </p:sp>
      <p:sp>
        <p:nvSpPr>
          <p:cNvPr id="7" name="文本框 6"/>
          <p:cNvSpPr txBox="1"/>
          <p:nvPr/>
        </p:nvSpPr>
        <p:spPr>
          <a:xfrm flipH="1">
            <a:off x="3380418" y="3301129"/>
            <a:ext cx="5431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Vison and Language Tuning</a:t>
            </a:r>
            <a:endParaRPr lang="zh-CN" altLang="en-US" sz="32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0AC1C873-7D60-4424-B30F-6F37C2322886}"/>
              </a:ext>
            </a:extLst>
          </p:cNvPr>
          <p:cNvSpPr txBox="1"/>
          <p:nvPr/>
        </p:nvSpPr>
        <p:spPr>
          <a:xfrm flipH="1">
            <a:off x="4700497" y="4227479"/>
            <a:ext cx="2674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助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教：何晓轩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9873" y="331873"/>
            <a:ext cx="2265218" cy="98707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059873" y="1254586"/>
            <a:ext cx="7117081" cy="2940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Font typeface="+mj-lt"/>
              <a:buAutoNum type="arabicPeriod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introduction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and Policy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9873" y="331873"/>
            <a:ext cx="7624156" cy="987079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– </a:t>
            </a:r>
            <a:r>
              <a:rPr lang="en-US" altLang="zh-CN" sz="4000" b="1" dirty="0">
                <a:latin typeface="宋体" pitchFamily="2" charset="-122"/>
                <a:ea typeface="宋体" pitchFamily="2" charset="-122"/>
              </a:rPr>
              <a:t>Vison and Language Tuning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7477" y="1406769"/>
            <a:ext cx="440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CLIP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323" y="1933381"/>
            <a:ext cx="8294077" cy="29912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07476" y="5081899"/>
            <a:ext cx="10152186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about CLIP and how to use for zero-shot prediction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hlinkClick r:id="rId3"/>
              </a:rPr>
              <a:t>https://github.com/openai/CLIP</a:t>
            </a:r>
            <a:endParaRPr lang="en-US" altLang="zh-CN" i="1" kern="100" dirty="0">
              <a:latin typeface="Calibri" panose="020F0502020204030204" pitchFamily="34" charset="0"/>
              <a:ea typeface="宋体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You tasks</a:t>
            </a:r>
            <a:r>
              <a:rPr lang="zh-CN" altLang="en-US" b="1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</a:t>
            </a:r>
            <a:endParaRPr lang="en-US" altLang="zh-CN" b="1" kern="1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i="1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You need to further enhance CLIP's few-shot/zero-shot capability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 few parameters as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possible.</a:t>
            </a:r>
          </a:p>
          <a:p>
            <a:r>
              <a:rPr lang="en-US" altLang="zh-CN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Note</a:t>
            </a:r>
            <a:r>
              <a:rPr lang="zh-CN" altLang="en-US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zero-shot is optional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itchFamily="2" charset="-122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9872" y="331873"/>
            <a:ext cx="6493625" cy="98707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– ImageNet</a:t>
            </a:r>
            <a:r>
              <a:rPr lang="en-US" sz="4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37471" y="1318952"/>
            <a:ext cx="70815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本次作业需要在</a:t>
            </a:r>
            <a:r>
              <a:rPr lang="en-US" altLang="zh-CN" dirty="0">
                <a:latin typeface="Times New Roman" panose="02020603050405020304" pitchFamily="18" charset="0"/>
              </a:rPr>
              <a:t>ImageNet</a:t>
            </a:r>
            <a:r>
              <a:rPr lang="zh-CN" altLang="en-US" dirty="0">
                <a:latin typeface="Times New Roman" panose="02020603050405020304" pitchFamily="18" charset="0"/>
              </a:rPr>
              <a:t>上进行测试。但是只需要用到一小部分的</a:t>
            </a:r>
            <a:r>
              <a:rPr lang="en-US" altLang="zh-CN" dirty="0">
                <a:latin typeface="Times New Roman" panose="02020603050405020304" pitchFamily="18" charset="0"/>
              </a:rPr>
              <a:t>ImageNet</a:t>
            </a:r>
            <a:r>
              <a:rPr lang="zh-CN" altLang="en-US" dirty="0">
                <a:latin typeface="Times New Roman" panose="02020603050405020304" pitchFamily="18" charset="0"/>
              </a:rPr>
              <a:t>数据集。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简单的例子关于如何增强</a:t>
            </a:r>
            <a:r>
              <a:rPr lang="en-US" altLang="zh-CN" dirty="0">
                <a:latin typeface="Times New Roman" panose="02020603050405020304" pitchFamily="18" charset="0"/>
              </a:rPr>
              <a:t>CLIP</a:t>
            </a:r>
            <a:r>
              <a:rPr lang="zh-CN" altLang="en-US" dirty="0">
                <a:latin typeface="Times New Roman" panose="02020603050405020304" pitchFamily="18" charset="0"/>
              </a:rPr>
              <a:t>性能以及使用</a:t>
            </a:r>
            <a:r>
              <a:rPr lang="en-US" altLang="zh-CN" dirty="0">
                <a:latin typeface="Times New Roman" panose="02020603050405020304" pitchFamily="18" charset="0"/>
              </a:rPr>
              <a:t>ImageNet</a:t>
            </a:r>
            <a:r>
              <a:rPr lang="zh-CN" altLang="en-US" dirty="0">
                <a:latin typeface="Times New Roman" panose="02020603050405020304" pitchFamily="18" charset="0"/>
              </a:rPr>
              <a:t>数据集：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[1] Learning to Prompt for Vision-Language Models. 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  <a:hlinkClick r:id="rId2"/>
              </a:rPr>
              <a:t>https://arxiv.org/pdf/2109.01134.pdf</a:t>
            </a:r>
          </a:p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  <a:hlinkClick r:id="rId2"/>
              </a:rPr>
              <a:t>[2] CLIP-Adapter: Better Vision-Language Models with Feature Adapters</a:t>
            </a:r>
          </a:p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Note: Project </a:t>
            </a:r>
            <a:r>
              <a:rPr lang="zh-CN" altLang="en-US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不需要过多的训练资源，只需要</a:t>
            </a:r>
            <a:r>
              <a:rPr lang="en-US" altLang="zh-CN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tuning</a:t>
            </a:r>
            <a:r>
              <a:rPr lang="zh-CN" altLang="en-US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一小部分参数，重点在于如何理解</a:t>
            </a:r>
            <a:r>
              <a:rPr lang="en-US" altLang="zh-CN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CLIP tuning</a:t>
            </a:r>
            <a:r>
              <a:rPr lang="zh-CN" altLang="en-US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59815" y="4037330"/>
            <a:ext cx="1148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CodeBase</a:t>
            </a:r>
            <a:endParaRPr lang="en-US" altLang="zh-CN" sz="4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1260" y="4779010"/>
            <a:ext cx="1007427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  <a:hlinkClick r:id="rId3"/>
              </a:rPr>
              <a:t>https://github.com/KaiyangZhou/CoOp</a:t>
            </a:r>
            <a:endParaRPr lang="en-US" altLang="zh-CN" sz="1800" kern="100" dirty="0">
              <a:effectLst/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kern="100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This is a type of tuning method --- prompt tuning</a:t>
            </a:r>
          </a:p>
          <a:p>
            <a:pPr marL="266700" marR="0" indent="26670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100" dirty="0">
                <a:effectLst/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You can also choose other methods (adapter tuning, lora)</a:t>
            </a:r>
            <a:endParaRPr lang="en-US" altLang="zh-CN" sz="1800" kern="100" dirty="0">
              <a:effectLst/>
              <a:latin typeface="Calibri" panose="020F0502020204030204" pitchFamily="34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9872" y="331873"/>
            <a:ext cx="6493625" cy="98707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and Policy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1975" y="1705610"/>
            <a:ext cx="1134300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You should 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demonstrate your understanding of </a:t>
            </a: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Vison and Language Tuning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as fully as possible and </a:t>
            </a:r>
            <a:r>
              <a:rPr lang="en-US" altLang="zh-CN" sz="28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analyse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your architecture. For example: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performance of your method.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Base: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 sz="28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zh-CN" sz="28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training parameters of your method.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would like to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further enhance CLIP's few-shot/zero-shot capability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 few parameters as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possible.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If your method supports training-free mode, </a:t>
            </a:r>
            <a:r>
              <a:rPr lang="en-US"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</a:t>
            </a:r>
            <a:r>
              <a:rPr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 can also explore the zero-shot capability of your </a:t>
            </a:r>
            <a:r>
              <a:rPr sz="2800" kern="1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method </a:t>
            </a:r>
            <a:r>
              <a:rPr lang="en-US" sz="2800" kern="1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</a:t>
            </a:r>
            <a:r>
              <a:rPr sz="2800" kern="10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ImageNet</a:t>
            </a:r>
            <a:r>
              <a:rPr lang="en-US"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(optional)</a:t>
            </a:r>
            <a:r>
              <a:rPr sz="2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3457575"/>
            <a:ext cx="312420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9872" y="331873"/>
            <a:ext cx="6493625" cy="98707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9871" y="1716032"/>
            <a:ext cx="9951721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introduction of your method and model, including the model architecture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training method (if you train it by yourself) as well as the analysis of prediction results.</a:t>
            </a:r>
          </a:p>
          <a:p>
            <a:endParaRPr lang="en-US" altLang="zh-CN" sz="28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Explain the improvements in your method or your analysis methods (show me your illustration or code).</a:t>
            </a:r>
          </a:p>
          <a:p>
            <a:endParaRPr lang="en-US" altLang="zh-CN" sz="28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What other ideas do you think you can try (</a:t>
            </a:r>
            <a:r>
              <a:rPr lang="en-US" altLang="zh-CN" sz="28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opitional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8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355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黑体</vt:lpstr>
      <vt:lpstr>宋体</vt:lpstr>
      <vt:lpstr>Arial</vt:lpstr>
      <vt:lpstr>Calibri</vt:lpstr>
      <vt:lpstr>Times New Roman</vt:lpstr>
      <vt:lpstr>Office 主题​​</vt:lpstr>
      <vt:lpstr>PowerPoint Presentation</vt:lpstr>
      <vt:lpstr>Outline</vt:lpstr>
      <vt:lpstr>Task – Vison and Language Tuning</vt:lpstr>
      <vt:lpstr>Dataset – ImageNet[1]</vt:lpstr>
      <vt:lpstr>Rules and Policy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xx h</dc:creator>
  <cp:lastModifiedBy>Haoji Hu</cp:lastModifiedBy>
  <cp:revision>4</cp:revision>
  <dcterms:created xsi:type="dcterms:W3CDTF">2023-10-07T10:04:55Z</dcterms:created>
  <dcterms:modified xsi:type="dcterms:W3CDTF">2023-10-08T01:51:38Z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B625AF3A007F4EEA472D2165A8116C66_43</vt:lpwstr>
  </property>
  <property fmtid="{D5CDD505-2E9C-101B-9397-08002B2CF9AE}" pid="3" name="KSOProductBuildVer">
    <vt:lpwstr>2052-5.3.0.7872</vt:lpwstr>
  </property>
</Properties>
</file>